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62F7ED-88DF-5ECB-4EF2-3EE283C6BDB6}" v="16" dt="2026-06-21T20:45:01.0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025E77-3A32-46D7-B6A6-B394472A86CE}" type="datetimeFigureOut">
              <a:t>6/21/2026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B45F88-7C05-4226-AB4A-D1FCF945747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642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During this course I worked from several Scrum perspectives instead of only thinking like a developer. Each role had different responsibilities, but together they helped deliver a better product. Seeing the project from multiple viewpoints helped me understand how important teamwork is during software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One thing I liked about Agile was its flexibility. Instead of treating changes as problems, Agile expects them. During the SNHU Travel project I was able to modify existing code instead of rebuilding everything whenever requirements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Before this class I thought software projects should be planned completely before coding began. After working through the assignments, I understand why Agile is better for projects where customer requirements continue to evolve.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The Vision Quest discussion showed me that communication can prevent developers from becoming isolated specialists. I also learned how a tool like Jira keeps the entire team organized by making progress visible to everyone.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• Communication is as important as coding.</a:t>
            </a:r>
          </a:p>
          <a:p>
            <a:r>
              <a:rPr lang="en-US"/>
              <a:t>• Collaboration reduces bottlenecks.</a:t>
            </a:r>
          </a:p>
          <a:p>
            <a:r>
              <a:rPr lang="en-US"/>
              <a:t>• Agile adapts to changing requirements.</a:t>
            </a:r>
          </a:p>
          <a:p>
            <a:r>
              <a:rPr lang="en-US"/>
              <a:t>• Customer value drives development.</a:t>
            </a:r>
          </a:p>
          <a:p>
            <a:r>
              <a:rPr lang="en-US"/>
              <a:t>• I now understand how Scrum roles work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These sources supported my understanding of Agile practices, Scrum roles, communication, and project management tools throughout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4153049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812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615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077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985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311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0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22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744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41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0803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15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7872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7712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3207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1629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858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988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3" r:id="rId13"/>
    <p:sldLayoutId id="2147483824" r:id="rId14"/>
    <p:sldLayoutId id="2147483825" r:id="rId15"/>
    <p:sldLayoutId id="2147483826" r:id="rId16"/>
    <p:sldLayoutId id="214748382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tlassian.com/software/jira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crum.org/resources/what-is-scru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819" y="889820"/>
            <a:ext cx="7492181" cy="1855401"/>
          </a:xfrm>
        </p:spPr>
        <p:txBody>
          <a:bodyPr>
            <a:normAutofit fontScale="90000"/>
          </a:bodyPr>
          <a:lstStyle/>
          <a:p>
            <a:r>
              <a:t>Sprint Review and Retrospective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CS 250: Software Development Lifecycle</a:t>
            </a:r>
          </a:p>
          <a:p>
            <a:r>
              <a:t>Elijah Gross</a:t>
            </a:r>
          </a:p>
          <a:p>
            <a:r>
              <a:t>Southern New Hampshire University</a:t>
            </a:r>
          </a:p>
          <a:p>
            <a: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Scrum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Product Owner: prioritized customer value</a:t>
            </a:r>
            <a:br/>
            <a:r>
              <a:t>• Developer: adapted to changing requirements</a:t>
            </a:r>
            <a:br/>
            <a:r>
              <a:t>• Scrum Master: improved communication</a:t>
            </a:r>
            <a:br/>
            <a:r>
              <a:t>• Every role supported project success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Agile Software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User stories guided development</a:t>
            </a:r>
            <a:br/>
            <a:r>
              <a:t>• Small sprint goals</a:t>
            </a:r>
            <a:br/>
            <a:r>
              <a:t>• Continuous feedback</a:t>
            </a:r>
            <a:br/>
            <a:r>
              <a:t>• Requirements could change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Waterfall vs. Agile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Waterfall: sequential</a:t>
            </a:r>
            <a:br/>
            <a:r>
              <a:t>• Agile: iterative</a:t>
            </a:r>
            <a:br/>
            <a:r>
              <a:t>• Waterfall: difficult to change</a:t>
            </a:r>
            <a:br/>
            <a:r>
              <a:t>• Agile: embraces change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Communication &amp; Jira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Daily standups</a:t>
            </a:r>
            <a:br/>
            <a:r>
              <a:t>• Sprint reviews</a:t>
            </a:r>
            <a:br/>
            <a:r>
              <a:t>• Sprint retrospectives</a:t>
            </a:r>
            <a:br/>
            <a:r>
              <a:t>• Jira organizes stories, tasks, and sprints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Communication matters</a:t>
            </a:r>
            <a:br/>
            <a:r>
              <a:t>• Collaboration reduces bottlenecks</a:t>
            </a:r>
            <a:br/>
            <a:r>
              <a:t>• Agile adapts to change</a:t>
            </a:r>
            <a:br/>
            <a:r>
              <a:t>• Customer value comes first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pPr>
              <a:defRPr sz="2400"/>
            </a:pPr>
            <a:r>
              <a:rPr lang="en-US">
                <a:ea typeface="+mn-lt"/>
                <a:cs typeface="+mn-lt"/>
              </a:rPr>
              <a:t>Atlassian. (2024). What is Jira?</a:t>
            </a:r>
          </a:p>
          <a:p>
            <a:pPr>
              <a:defRPr sz="2400"/>
            </a:pPr>
            <a:r>
              <a:rPr lang="en-US" dirty="0">
                <a:ea typeface="+mn-lt"/>
                <a:cs typeface="+mn-lt"/>
                <a:hlinkClick r:id="rId3"/>
              </a:rPr>
              <a:t>https://www.atlassian.com/software/jira</a:t>
            </a:r>
            <a:endParaRPr lang="en-US"/>
          </a:p>
          <a:p>
            <a:pPr>
              <a:defRPr sz="2400"/>
            </a:pPr>
            <a:endParaRPr lang="en-US"/>
          </a:p>
          <a:p>
            <a:pPr>
              <a:defRPr sz="2400"/>
            </a:pPr>
            <a:r>
              <a:rPr lang="en-US">
                <a:ea typeface="+mn-lt"/>
                <a:cs typeface="+mn-lt"/>
              </a:rPr>
              <a:t>Schwalbe, K. (2023). Information technology project management (10th ed.). Cengage Learning.</a:t>
            </a:r>
            <a:endParaRPr lang="en-US"/>
          </a:p>
          <a:p>
            <a:pPr>
              <a:defRPr sz="2400"/>
            </a:pPr>
            <a:endParaRPr lang="en-US"/>
          </a:p>
          <a:p>
            <a:pPr>
              <a:defRPr sz="2400"/>
            </a:pPr>
            <a:r>
              <a:rPr lang="en-US">
                <a:ea typeface="+mn-lt"/>
                <a:cs typeface="+mn-lt"/>
              </a:rPr>
              <a:t>Scrum.org. (2024). What is Scrum?</a:t>
            </a:r>
            <a:endParaRPr lang="en-US"/>
          </a:p>
          <a:p>
            <a:pPr>
              <a:defRPr sz="2400"/>
            </a:pPr>
            <a:r>
              <a:rPr lang="en-US" dirty="0">
                <a:ea typeface="+mn-lt"/>
                <a:cs typeface="+mn-lt"/>
                <a:hlinkClick r:id="rId4"/>
              </a:rPr>
              <a:t>https://www.scrum.org/resources/what-is-scrum</a:t>
            </a:r>
            <a:endParaRPr lang="en-US"/>
          </a:p>
          <a:p>
            <a:pPr>
              <a:defRPr sz="2400"/>
            </a:pPr>
            <a:endParaRPr lang="en-US"/>
          </a:p>
          <a:p>
            <a:pPr>
              <a:defRPr sz="2400"/>
            </a:pPr>
            <a:r>
              <a:rPr lang="en-US">
                <a:ea typeface="+mn-lt"/>
                <a:cs typeface="+mn-lt"/>
              </a:rPr>
              <a:t>Project Management Institute. (2021). Agile Practice Guide.</a:t>
            </a:r>
            <a:endParaRPr lang="en-US"/>
          </a:p>
          <a:p>
            <a:pPr>
              <a:defRPr sz="2400"/>
            </a:pPr>
            <a:r>
              <a:rPr lang="en-US" dirty="0">
                <a:ea typeface="+mn-lt"/>
                <a:cs typeface="+mn-lt"/>
              </a:rPr>
              <a:t>https://www.pmi.org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Parallax</vt:lpstr>
      <vt:lpstr>Sprint Review and Retrospective</vt:lpstr>
      <vt:lpstr>Scrum Roles</vt:lpstr>
      <vt:lpstr>Agile Software Development</vt:lpstr>
      <vt:lpstr>Waterfall vs. Agile</vt:lpstr>
      <vt:lpstr>Communication &amp; Jira</vt:lpstr>
      <vt:lpstr>Lessons Learned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25</cp:revision>
  <dcterms:created xsi:type="dcterms:W3CDTF">2013-01-27T09:14:16Z</dcterms:created>
  <dcterms:modified xsi:type="dcterms:W3CDTF">2026-06-21T20:45:34Z</dcterms:modified>
  <cp:category/>
</cp:coreProperties>
</file>